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sldIdLst>
    <p:sldId id="291" r:id="rId2"/>
    <p:sldId id="281" r:id="rId3"/>
    <p:sldId id="290" r:id="rId4"/>
    <p:sldId id="293" r:id="rId5"/>
    <p:sldId id="294" r:id="rId6"/>
    <p:sldId id="296" r:id="rId7"/>
    <p:sldId id="300" r:id="rId8"/>
    <p:sldId id="301" r:id="rId9"/>
    <p:sldId id="297" r:id="rId10"/>
    <p:sldId id="302" r:id="rId11"/>
    <p:sldId id="303" r:id="rId12"/>
    <p:sldId id="304" r:id="rId13"/>
    <p:sldId id="305" r:id="rId14"/>
    <p:sldId id="306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538298-81ED-4058-9150-B773984CB197}">
          <p14:sldIdLst>
            <p14:sldId id="291"/>
            <p14:sldId id="281"/>
            <p14:sldId id="290"/>
            <p14:sldId id="293"/>
            <p14:sldId id="294"/>
            <p14:sldId id="296"/>
            <p14:sldId id="300"/>
            <p14:sldId id="301"/>
            <p14:sldId id="297"/>
            <p14:sldId id="302"/>
            <p14:sldId id="303"/>
            <p14:sldId id="304"/>
            <p14:sldId id="305"/>
            <p14:sldId id="306"/>
          </p14:sldIdLst>
        </p14:section>
        <p14:section name="Untitled Section" id="{935E2762-4EDB-42AA-8168-2466723EC41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076396"/>
            <a:ext cx="8534400" cy="1167502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  <a:t>FRESHATHON 2.0 2026 </a:t>
            </a:r>
            <a:b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  <a:t>2</a:t>
            </a:r>
            <a:r>
              <a:rPr lang="en-US" b="1" baseline="30000" dirty="0">
                <a:solidFill>
                  <a:srgbClr val="002060"/>
                </a:solidFill>
                <a:latin typeface="Garamond" panose="02020404030301010803" pitchFamily="18" charset="0"/>
              </a:rPr>
              <a:t>nd</a:t>
            </a:r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  <a:t> REVIEW</a:t>
            </a:r>
          </a:p>
          <a:p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TITLE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157315"/>
            <a:ext cx="10363200" cy="139237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            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90" y="282757"/>
            <a:ext cx="3526591" cy="668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606" y="3057832"/>
            <a:ext cx="3942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TEAM NAME:SCREEN SPARKERS</a:t>
            </a:r>
          </a:p>
          <a:p>
            <a:endParaRPr lang="id-ID" dirty="0"/>
          </a:p>
          <a:p>
            <a:r>
              <a:rPr lang="id-ID" dirty="0"/>
              <a:t>TEAM MEMBERS:</a:t>
            </a:r>
          </a:p>
          <a:p>
            <a:r>
              <a:rPr lang="id-ID" dirty="0"/>
              <a:t>1.HARISH.V</a:t>
            </a:r>
          </a:p>
          <a:p>
            <a:r>
              <a:rPr lang="id-ID" dirty="0"/>
              <a:t>2.HELENE CATERINE.J</a:t>
            </a:r>
          </a:p>
          <a:p>
            <a:r>
              <a:rPr lang="id-ID" dirty="0"/>
              <a:t>3.HAFEEZ UDUMAN.M</a:t>
            </a:r>
          </a:p>
          <a:p>
            <a:r>
              <a:rPr lang="id-ID" dirty="0"/>
              <a:t>4.GUNA HARINI.N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276180" y="4286865"/>
            <a:ext cx="4021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MENTOR DETAILS:</a:t>
            </a:r>
            <a:endParaRPr lang="id-ID" dirty="0"/>
          </a:p>
          <a:p>
            <a:r>
              <a:rPr lang="id-ID"/>
              <a:t>Ms.MARTINA JAINCY</a:t>
            </a:r>
            <a:endParaRPr lang="en-US" dirty="0"/>
          </a:p>
          <a:p>
            <a:r>
              <a:rPr lang="en-US" dirty="0"/>
              <a:t> NAME/DEPARTMENT/DESIGNATION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2CE45-8A71-C720-8C3F-8B2E4281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01" y="2849024"/>
            <a:ext cx="1765079" cy="1765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Problem Validation &amp; SDG Justification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92116" y="1143000"/>
            <a:ext cx="10754563" cy="38294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Problem ⚠️
Students face heavy distraction 📱🎬 → low focus 🧠 and poor study efficiency 📉
🔹 Real-World Relevance 🌍
Avg screen time ⏳ is high, but productive study time 📚 is very low
🔹 Target Users 🎯
Students 👨‍🎓 | Aspirants 📖 | Institutions 🏫
🔹 Gap 🚫
Existing apps track time ⏱ but not attention 👀 or behavior 📊
🔹 SDG Link 🌱
Supports 🎯 Quality Education (SDG 4) by improving focus &amp;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306529" y="6440129"/>
            <a:ext cx="3942736" cy="281349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2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792929" cy="121766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Literature / Existing Solutions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62399" y="6356353"/>
            <a:ext cx="4621161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3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E756CF-C450-B689-DEFF-7872516AED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987056"/>
              </p:ext>
            </p:extLst>
          </p:nvPr>
        </p:nvGraphicFramePr>
        <p:xfrm>
          <a:off x="490071" y="990962"/>
          <a:ext cx="11092325" cy="5057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8465">
                  <a:extLst>
                    <a:ext uri="{9D8B030D-6E8A-4147-A177-3AD203B41FA5}">
                      <a16:colId xmlns:a16="http://schemas.microsoft.com/office/drawing/2014/main" val="1023869800"/>
                    </a:ext>
                  </a:extLst>
                </a:gridCol>
                <a:gridCol w="2218465">
                  <a:extLst>
                    <a:ext uri="{9D8B030D-6E8A-4147-A177-3AD203B41FA5}">
                      <a16:colId xmlns:a16="http://schemas.microsoft.com/office/drawing/2014/main" val="1994462995"/>
                    </a:ext>
                  </a:extLst>
                </a:gridCol>
                <a:gridCol w="2218465">
                  <a:extLst>
                    <a:ext uri="{9D8B030D-6E8A-4147-A177-3AD203B41FA5}">
                      <a16:colId xmlns:a16="http://schemas.microsoft.com/office/drawing/2014/main" val="3708740813"/>
                    </a:ext>
                  </a:extLst>
                </a:gridCol>
                <a:gridCol w="2218465">
                  <a:extLst>
                    <a:ext uri="{9D8B030D-6E8A-4147-A177-3AD203B41FA5}">
                      <a16:colId xmlns:a16="http://schemas.microsoft.com/office/drawing/2014/main" val="464321570"/>
                    </a:ext>
                  </a:extLst>
                </a:gridCol>
                <a:gridCol w="2218465">
                  <a:extLst>
                    <a:ext uri="{9D8B030D-6E8A-4147-A177-3AD203B41FA5}">
                      <a16:colId xmlns:a16="http://schemas.microsoft.com/office/drawing/2014/main" val="1810327464"/>
                    </a:ext>
                  </a:extLst>
                </a:gridCol>
              </a:tblGrid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Feature ⚙️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Forest 🌱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Stay Focused ⏱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RescueTime 📊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 sz="1500" dirty="0"/>
                        <a:t>Focus Sync🚀</a:t>
                      </a:r>
                      <a:endParaRPr lang="en-GB" sz="1500" dirty="0"/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3353245681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Time Tracking ⏱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2385453900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App Usage Tracking 📱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⚠️ Limited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3461424130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Attention Detection 👀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✅ 🎥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4216487036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AI Study Planner 🤖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406857923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Focus Score 📊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⚠️ Partial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2282310481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Concentration Score 🎯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1033608116"/>
                  </a:ext>
                </a:extLst>
              </a:tr>
              <a:tr h="692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Smart Suggestions 💡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⚠️ Basic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✅ (AI-based)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801524226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Integrated System 🔗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❌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4208708020"/>
                  </a:ext>
                </a:extLst>
              </a:tr>
              <a:tr h="48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Memory / History 💾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⚠️ Limited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⚠️ Limited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✅</a:t>
                      </a:r>
                    </a:p>
                  </a:txBody>
                  <a:tcPr marL="74228" marR="74228" marT="37114" marB="371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✅</a:t>
                      </a:r>
                    </a:p>
                  </a:txBody>
                  <a:tcPr marL="74228" marR="74228" marT="37114" marB="37114" anchor="ctr"/>
                </a:tc>
                <a:extLst>
                  <a:ext uri="{0D108BD9-81ED-4DB2-BD59-A6C34878D82A}">
                    <a16:rowId xmlns:a16="http://schemas.microsoft.com/office/drawing/2014/main" val="29978296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" y="6216908"/>
            <a:ext cx="12191999" cy="64401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Proposed Solution Overview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62400" y="6356353"/>
            <a:ext cx="402139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91460E-B63C-8C14-28F0-209DC47ABE74}"/>
              </a:ext>
            </a:extLst>
          </p:cNvPr>
          <p:cNvSpPr txBox="1"/>
          <p:nvPr/>
        </p:nvSpPr>
        <p:spPr>
          <a:xfrm>
            <a:off x="394447" y="1095375"/>
            <a:ext cx="1140310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 dirty="0"/>
              <a:t>Focus Sync offers an integrated solution 🚀 that combines time tracking, attention monitoring, and AI planning to improve productivity and reduce distractions.
🔹 Core Idea 💡
• Connects study tracking ⏱, attention detection 🎥, and AI 🤖
• Converts data into useful insights
🔹 Key Features 🔥
• Focus Score 📊 and Concentration Score 🎥
• AI Study Planner and chatbot 💬
🔹 Approach 🎯
• Detects distractions 📱 and gives smart suggestions
• Builds consistency and better study habits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49213" y="6356353"/>
            <a:ext cx="3702987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869" y="760649"/>
            <a:ext cx="118896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with a modular architecture ⚙️ that connects user interaction, processing units, and data storage to deliver real-time insights and continuous performance tracking.
🔹 Overall Flow 🔄
• User → Login 🔐 → Dashboard 📊 → Modules → Database 💾 → Analytics 📈
🔹 Core Modules ⚙️
• Tracking module 📅 for study and screen time
• Camera module 🎥 for attention detection
• AI planner 🤖 for task generation and suggestions
🔹 Data Processing 📡
• Input data ⌨️ is processed to calculate scores and patterns
• Outputs include graphs, insights, and performance metrics
🔹 Integration 🔗
• All modules are interconnected for smooth data flow
• Ensures real-time updates ⚡ and consistent system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Methodology &amp; Algorithm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3275" y="719835"/>
            <a:ext cx="11845365" cy="60016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structured workflow ⚙️ where user data is collected, processed, and analyzed to generate meaningful productivity insights and improvement strategies.
🔹 Workflow 🔄
• User logs in 🔐 and enters study data ⌨️
• System tracks activity and processes inputs
🔹 Core Calculation 📊
• Focus Score = (Study Time / (Study + Screen Time)) × 100
• Provides clear measure of productivity
🔹 Attention Analysis 🎥
• Webcam-based detection monitors user focus 👀
• Generates Concentration Score based on behavior
🔹 AI Processing 🤖
• AI analyzes patterns and generates study plans
• Provides smart suggestions for improvement
🔹 Feedback Loop 🔁
• Continuous tracking → analysis → improvement cycle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91897" y="6356353"/>
            <a:ext cx="386030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Implementation Progress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91897" y="6356353"/>
            <a:ext cx="386030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7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EA1D31-2EB5-8BAB-1361-6DB3D67E3650}"/>
              </a:ext>
            </a:extLst>
          </p:cNvPr>
          <p:cNvSpPr txBox="1"/>
          <p:nvPr/>
        </p:nvSpPr>
        <p:spPr>
          <a:xfrm>
            <a:off x="298825" y="760649"/>
            <a:ext cx="118931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 dirty="0"/>
              <a:t>The project has been developed in multiple stages 🚀, focusing on building a strong foundation with core features while gradually integrating advanced AI components, resulting in a stable and scalable working prototype.
🔹 Completed ✅
• User interface 🎨 with clean design and smooth navigation
• Dashboard 📊 displaying key metrics and user data
• Focus Score system and study timer ⏱ for productivity tracking
🔹 Developed 🔧
• Activity tracker 📅 for daily logging of study and screen time
• Graph visualization 📈 for performance analysis and comparison
🔹 Ongoing 🚧
• AI-based attention detection using webcam 🎥
• AI planner and chatbot 🤖 for smart guidance
🔹 Current Status 🚀
• Functional prototype ready with modular and scalable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78118" y="944796"/>
            <a:ext cx="11390342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modern and efficient technologies 💻 to ensure smooth performance, scalability, and a clean user experience.
🔹 Frontend 💻
• HTML, CSS, JavaScript for responsive and interactive UI
🔹 Backend ⚙️
• Python (Flask) for logic, routing, and data handling
🔹 AI &amp; Detection 🤖🎥
• Face detection for attention tracking and concentration analysis
🔹 Database 💾
• SQLite for storing user data, scores, and history
🔹 Visualization 📊
• Chart.js for graphs and performance analytics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91897" y="6356353"/>
            <a:ext cx="386030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Slide Number Placeholder 5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t>8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/>
          <p:cNvSpPr txBox="1"/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/ Data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163" y="673364"/>
            <a:ext cx="11857317" cy="7084094"/>
          </a:xfrm>
        </p:spPr>
        <p:txBody>
          <a:bodyPr/>
          <a:lstStyle/>
          <a:p>
            <a:pPr algn="l"/>
            <a:r>
              <a:rPr lang="id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collect, process, and analyze user activity data 📊 to evaluate productivity and generate meaningful insights.
🔹 Data Collection 📥
• Study time ⏱ and screen time 📱 entered or tracked
• Attention data captured via webcam-based detection 🎥
🔹 Processing ⚙️
• Calculates Focus Score and Concentration Score 📊
• AI analyzes patterns to identify distractions 🤖
🔹 Storage 💾
• User data stored securely for history and tracking
• Maintains daily logs and performance records
🔹 Output 📈
• Generates graphs, comparisons, and improvement insights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305" y="897735"/>
            <a:ext cx="11331387" cy="5581848"/>
          </a:xfrm>
        </p:spPr>
        <p:txBody>
          <a:bodyPr/>
          <a:lstStyle/>
          <a:p>
            <a:pPr algn="l"/>
            <a:r>
              <a:rPr lang="id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clear and measurable outcomes 📊 that help users understand and improve their productivity over time.
🔹 Key Results 📈
• Focus Score based on study vs screen time 📊
• Concentration Score using attention tracking 🎥
🔹 Analysis 🔍
• Comparison of study time ⏱ and screen usage 📱
• Identifies distraction patterns and weak areas
🔹 Visualization 📊
• Graphs showing performance trends and progress
🔹 Performance ⚡
• Real-time updates with smooth and responsive system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562" y="699776"/>
            <a:ext cx="11634437" cy="6021702"/>
          </a:xfrm>
        </p:spPr>
        <p:txBody>
          <a:bodyPr/>
          <a:lstStyle/>
          <a:p>
            <a:pPr algn="l"/>
            <a:r>
              <a:rPr lang="id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Sync brings a unique solution 🚀 by combining time tracking, attention detection, and AI into one system, creating meaningful impact on student productivity.
🔹 Innovation 💡
• Focus Score 📊 + Concentration Score 🎥
• AI planner and smart guidance 🤖
🔹 Value 🔥
• All-in-one platform
• Tracks attention, not just time 👀
🔹 Impact 🌍
• Reduces distraction 📱
• Improves focus and discipline 🎯
🔹 Scalability 🚀
• Expandable to mobile 📱 and education platforms 🏫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065929" y="2249128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01" y="1202906"/>
            <a:ext cx="9897034" cy="5856019"/>
          </a:xfrm>
        </p:spPr>
        <p:txBody>
          <a:bodyPr/>
          <a:lstStyle/>
          <a:p>
            <a:pPr algn="l"/>
            <a:r>
              <a:rPr lang="id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enhanced with advanced features 🚀 to improve accuracy, usability, and scalability for real-world adoption.
🔹 Advanced AI 🤖
• Improve attention detection and smarter recommendations
🔹 Mobile Application 📱
• Develop Android/iOS app for accessibility anytime
🔹 Cloud Integration ☁️
• Store user data online for sync and backup
🔹 Extended Features 🔗
• Goal tracking, streak system, and deeper analytics 📊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Final Deliverables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222" y="783040"/>
            <a:ext cx="11335615" cy="5309816"/>
          </a:xfrm>
        </p:spPr>
        <p:txBody>
          <a:bodyPr/>
          <a:lstStyle/>
          <a:p>
            <a:pPr algn="l"/>
            <a:r>
              <a:rPr lang="id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delivers a functional and scalable productivity system 💻 designed for real-world use, combining smart tracking, analysis, and deployment readiness.
🔹 Working Application 🚀
• Multi-page web app with dashboard, tracker, and analytics
🔹 Core Features 📊
• Focus Score &amp; Concentration Score
• AI planner and tracking system 🤖
🔹 Data System 💾
• Stores user activity, scores, and history
🔹 Documentation 📄
• Project report + IEEE-style research paper
🔹 Deployment 🌐
• Ready for hosting and future scaling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203ACCF-33CA-D5AD-EEC0-89A75623CE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 bwMode="auto">
          <a:xfrm>
            <a:off x="502024" y="1022555"/>
            <a:ext cx="8534400" cy="4902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MS PGothic" panose="020B0600070205080204" pitchFamily="1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d-ID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supported by research works in digital distraction, attention monitoring, and AI-based analysis 📚, ensuring a strong academic and technical foundation.
🔹 “The Impact of Digital Distraction on Academic Performance” – IEEE 📉
🔹 “Vision-Based Attention Monitoring Using Computer Vision” – IEEE 🎥
🔹 “Student Engagement Analysis Using Machine Learning” – IEEE 🤖
🔹 “Real-Time Face Detection Using Deep Learning” – IEEE 👀
🔹 Book Reference 📖
• Deep Learning – Ian Goodfellow, Yoshua Bengio, Aaron Courville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2251</Words>
  <Application>Microsoft Office PowerPoint</Application>
  <PresentationFormat>Widescreen</PresentationFormat>
  <Paragraphs>198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           </vt:lpstr>
      <vt:lpstr>Problem Validation &amp; SDG Justification</vt:lpstr>
      <vt:lpstr>Literature / Existing Solutions Review</vt:lpstr>
      <vt:lpstr>Proposed Solution Overview</vt:lpstr>
      <vt:lpstr>System Architecture</vt:lpstr>
      <vt:lpstr>Methodology &amp; Algorithm</vt:lpstr>
      <vt:lpstr>Implementation Progress</vt:lpstr>
      <vt:lpstr>Tools &amp; Technologies Used</vt:lpstr>
      <vt:lpstr>Experimental Setup / Data Handling</vt:lpstr>
      <vt:lpstr>Results &amp; Performance Analysis</vt:lpstr>
      <vt:lpstr>Innovation &amp; Impact</vt:lpstr>
      <vt:lpstr>Future Work</vt:lpstr>
      <vt:lpstr>Expected Final Deliverables</vt:lpstr>
      <vt:lpstr>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Harish V</cp:lastModifiedBy>
  <cp:revision>156</cp:revision>
  <dcterms:created xsi:type="dcterms:W3CDTF">2013-12-12T18:46:00Z</dcterms:created>
  <dcterms:modified xsi:type="dcterms:W3CDTF">2026-10-06T15:35:20Z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542D6D4D42C040068C924D46305B0491_12</vt:lpwstr>
  </property>
  <property fmtid="{D5CDD505-2E9C-101B-9397-08002B2CF9AE}" pid="3" name="KSOProductBuildVer">
    <vt:lpwstr>1033-12.1.0.25242</vt:lpwstr>
  </property>
</Properties>
</file>